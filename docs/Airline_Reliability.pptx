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8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6311"/>
  </p:normalViewPr>
  <p:slideViewPr>
    <p:cSldViewPr snapToGrid="0">
      <p:cViewPr varScale="1">
        <p:scale>
          <a:sx n="31" d="100"/>
          <a:sy n="31" d="100"/>
        </p:scale>
        <p:origin x="90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58BB7E62-6957-DF19-5386-11DB9E539C94}"/>
              </a:ext>
            </a:extLst>
          </p:cNvPr>
          <p:cNvSpPr/>
          <p:nvPr userDrawn="1"/>
        </p:nvSpPr>
        <p:spPr bwMode="auto">
          <a:xfrm>
            <a:off x="1" y="0"/>
            <a:ext cx="12192000" cy="6308608"/>
          </a:xfrm>
          <a:prstGeom prst="rect">
            <a:avLst/>
          </a:prstGeom>
          <a:solidFill>
            <a:srgbClr val="0C7D2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3" name="Grafik 12" descr="Ein Bild, das Grün, Schrift, Grafiken, Screenshot enthält.&#10;&#10;Automatisch generierte Beschreibung">
            <a:extLst>
              <a:ext uri="{FF2B5EF4-FFF2-40B4-BE49-F238E27FC236}">
                <a16:creationId xmlns:a16="http://schemas.microsoft.com/office/drawing/2014/main" id="{9DD99FEB-A992-9E44-EF64-2829B67AF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703" b="36641"/>
          <a:stretch/>
        </p:blipFill>
        <p:spPr>
          <a:xfrm>
            <a:off x="9747739" y="190265"/>
            <a:ext cx="2287098" cy="63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6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09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67900" y="1556792"/>
            <a:ext cx="5656092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/>
          </p:nvPr>
        </p:nvSpPr>
        <p:spPr>
          <a:xfrm>
            <a:off x="6312024" y="1558064"/>
            <a:ext cx="5545014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54416" y="280068"/>
            <a:ext cx="1150262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de-DE" altLang="de-DE" dirty="0"/>
              <a:t>Click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edit</a:t>
            </a:r>
            <a:r>
              <a:rPr lang="de-DE" altLang="de-DE" dirty="0"/>
              <a:t> </a:t>
            </a:r>
            <a:r>
              <a:rPr lang="de-DE" altLang="de-DE" dirty="0" err="1"/>
              <a:t>master</a:t>
            </a:r>
            <a:r>
              <a:rPr lang="de-DE" altLang="de-DE" dirty="0"/>
              <a:t> </a:t>
            </a:r>
            <a:r>
              <a:rPr lang="de-DE" altLang="de-DE" dirty="0" err="1"/>
              <a:t>titel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0591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277813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585913"/>
            <a:ext cx="115220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die Formate des Vorlagentextes zu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30" name="Text Box 13"/>
          <p:cNvSpPr txBox="1">
            <a:spLocks noChangeArrowheads="1"/>
          </p:cNvSpPr>
          <p:nvPr userDrawn="1"/>
        </p:nvSpPr>
        <p:spPr bwMode="auto">
          <a:xfrm>
            <a:off x="0" y="6281738"/>
            <a:ext cx="12192000" cy="576262"/>
          </a:xfrm>
          <a:prstGeom prst="rect">
            <a:avLst/>
          </a:prstGeom>
          <a:solidFill>
            <a:srgbClr val="0C7D2C"/>
          </a:solidFill>
          <a:ln>
            <a:noFill/>
          </a:ln>
        </p:spPr>
        <p:txBody>
          <a:bodyPr tIns="370800" bIns="262800"/>
          <a:lstStyle>
            <a:lvl1pPr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 altLang="de-DE" b="1" u="sng">
              <a:latin typeface="Tahoma" panose="020B0604030504040204" pitchFamily="34" charset="0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 userDrawn="1"/>
        </p:nvSpPr>
        <p:spPr bwMode="auto">
          <a:xfrm>
            <a:off x="0" y="6453188"/>
            <a:ext cx="12192000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      </a:t>
            </a:r>
            <a:r>
              <a:rPr lang="en-GB" altLang="de-DE" sz="9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Greenbootcamps</a:t>
            </a: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GmbH</a:t>
            </a:r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	   	        	                                                                                                     				 </a:t>
            </a:r>
            <a:fld id="{F17E069C-6063-4662-AE63-E3B50100F010}" type="slidenum">
              <a:rPr lang="en-GB" altLang="de-DE" sz="9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‹Nr.›</a:t>
            </a:fld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</a:t>
            </a:r>
            <a:endParaRPr lang="de-DE" altLang="de-DE" sz="9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Grafik 4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E5D63919-B2BF-A73B-B76D-665DF60AFFB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72675" y="0"/>
            <a:ext cx="2079626" cy="1039813"/>
          </a:xfrm>
          <a:prstGeom prst="rect">
            <a:avLst/>
          </a:prstGeom>
        </p:spPr>
      </p:pic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C410640-8FEC-A6CF-ABA3-1FB242BC48E4}"/>
              </a:ext>
            </a:extLst>
          </p:cNvPr>
          <p:cNvCxnSpPr/>
          <p:nvPr userDrawn="1"/>
        </p:nvCxnSpPr>
        <p:spPr bwMode="auto">
          <a:xfrm>
            <a:off x="0" y="1392238"/>
            <a:ext cx="1157288" cy="0"/>
          </a:xfrm>
          <a:prstGeom prst="line">
            <a:avLst/>
          </a:prstGeom>
          <a:noFill/>
          <a:ln w="95250" cap="flat" cmpd="sng" algn="ctr">
            <a:solidFill>
              <a:srgbClr val="0C7D2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7630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>
              <a:lumMod val="7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Arial" panose="020B0604020202020204" pitchFamily="34" charset="0"/>
        <a:buChar char="•"/>
        <a:defRPr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–"/>
        <a:defRPr sz="16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•"/>
        <a:defRPr sz="14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Symbol" panose="05050102010706020507" pitchFamily="18" charset="2"/>
        <a:buChar char="-"/>
        <a:defRPr sz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»"/>
        <a:defRPr sz="10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DE90E3-B604-FD6C-9C19-56612B627C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7D82A3-CD24-BDE7-85A1-7F2C41E7F5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70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7070089-E0B4-8166-ED8D-67B3B0CD8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166687"/>
            <a:ext cx="11763375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42148"/>
      </p:ext>
    </p:extLst>
  </p:cSld>
  <p:clrMapOvr>
    <a:masterClrMapping/>
  </p:clrMapOvr>
</p:sld>
</file>

<file path=ppt/theme/theme1.xml><?xml version="1.0" encoding="utf-8"?>
<a:theme xmlns:a="http://schemas.openxmlformats.org/drawingml/2006/main" name="1_Standarddesign">
  <a:themeElements>
    <a:clrScheme name="1_Standarddesign 4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9D0312D38F94DA02BEC0C7012E0F5" ma:contentTypeVersion="11" ma:contentTypeDescription="Create a new document." ma:contentTypeScope="" ma:versionID="9a73361d995b0bed58ef5b3962fcd148">
  <xsd:schema xmlns:xsd="http://www.w3.org/2001/XMLSchema" xmlns:xs="http://www.w3.org/2001/XMLSchema" xmlns:p="http://schemas.microsoft.com/office/2006/metadata/properties" xmlns:ns2="9aa5a65c-f4ce-4ee4-acf7-5e3b2ace5bfd" xmlns:ns3="66bb7404-1a7c-4cd5-b899-503b4f4a7830" targetNamespace="http://schemas.microsoft.com/office/2006/metadata/properties" ma:root="true" ma:fieldsID="a85bbe206d45265116e8c51ee0380a62" ns2:_="" ns3:_="">
    <xsd:import namespace="9aa5a65c-f4ce-4ee4-acf7-5e3b2ace5bfd"/>
    <xsd:import namespace="66bb7404-1a7c-4cd5-b899-503b4f4a78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5a65c-f4ce-4ee4-acf7-5e3b2ace5b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477ac3-f545-472d-8d20-30ed4bfec3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b7404-1a7c-4cd5-b899-503b4f4a783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60eb3ab-e356-4c36-b4b3-0b6a41deb75f}" ma:internalName="TaxCatchAll" ma:showField="CatchAllData" ma:web="66bb7404-1a7c-4cd5-b899-503b4f4a78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a5a65c-f4ce-4ee4-acf7-5e3b2ace5bfd">
      <Terms xmlns="http://schemas.microsoft.com/office/infopath/2007/PartnerControls"/>
    </lcf76f155ced4ddcb4097134ff3c332f>
    <TaxCatchAll xmlns="66bb7404-1a7c-4cd5-b899-503b4f4a7830" xsi:nil="true"/>
  </documentManagement>
</p:properties>
</file>

<file path=customXml/itemProps1.xml><?xml version="1.0" encoding="utf-8"?>
<ds:datastoreItem xmlns:ds="http://schemas.openxmlformats.org/officeDocument/2006/customXml" ds:itemID="{D9BC1E96-25F1-44B9-8174-507263BA1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5a65c-f4ce-4ee4-acf7-5e3b2ace5bfd"/>
    <ds:schemaRef ds:uri="66bb7404-1a7c-4cd5-b899-503b4f4a78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732050-07CB-4EA1-8B62-F2C4125C0D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B8EBE4-FC2B-439D-83E4-1FC00013EB90}">
  <ds:schemaRefs>
    <ds:schemaRef ds:uri="http://schemas.microsoft.com/office/2006/metadata/properties"/>
    <ds:schemaRef ds:uri="http://schemas.microsoft.com/office/infopath/2007/PartnerControls"/>
    <ds:schemaRef ds:uri="9aa5a65c-f4ce-4ee4-acf7-5e3b2ace5bfd"/>
    <ds:schemaRef ds:uri="66bb7404-1a7c-4cd5-b899-503b4f4a783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9" baseType="lpstr">
      <vt:lpstr>Arial</vt:lpstr>
      <vt:lpstr>Helvetica</vt:lpstr>
      <vt:lpstr>Helvetica-Bold</vt:lpstr>
      <vt:lpstr>Lato</vt:lpstr>
      <vt:lpstr>Symbol</vt:lpstr>
      <vt:lpstr>Tahoma</vt:lpstr>
      <vt:lpstr>1_Standarddesign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Julia Nadolny</dc:creator>
  <cp:lastModifiedBy>Peter Blechert</cp:lastModifiedBy>
  <cp:revision>3</cp:revision>
  <dcterms:created xsi:type="dcterms:W3CDTF">2024-02-05T11:33:07Z</dcterms:created>
  <dcterms:modified xsi:type="dcterms:W3CDTF">2026-09-01T08:58:55Z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0x0101006CD9D0312D38F94DA02BEC0C7012E0F5</vt:lpwstr>
  </property>
</Properties>
</file>