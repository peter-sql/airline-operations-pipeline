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8F695A-8F09-5EDE-5F98-874CA0298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91B7440-5BFD-50D1-8712-2EB767CEC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58EACF-68FF-A9AB-6059-A663EDA5F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49AAD6-DA85-B63B-EFC1-7158B8BEF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6E590F-BAC0-AE54-88EE-68712E6D6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323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81221B-307F-1579-4C18-3B9E31E4A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765923-4A0A-6B55-B6A6-5EC86FAB8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A6DD478-79E2-F409-C37F-E61539814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72FD9F-E322-4D77-FB83-000134A83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F7C54A-F1FF-A32A-3874-E78DED2FB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1801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4ABDE8-6653-0718-6DA5-9AE4F2F4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DEBD45-54BC-6DEF-F9E6-0D4941AE0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C6BF221-046D-FC1B-673E-74C87E655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49D827-11A0-C904-C3AC-0009F67F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92512A3-7899-B1F3-40D3-FEA6FCDA6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1029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8FAC44-0EFA-0FA7-959D-2FAFBF17D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211A84-6A92-724C-8A34-50625AE82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50AEB69-2C77-1A6D-6103-37AC9C619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C801BB2-7743-1AB4-D756-BBB005385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078683C-B5B8-9CB4-1922-F97238EDC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F04B72-4895-C341-509A-36929D72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10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0A4656-4F4F-0CF9-51CB-85244F8C5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B74D04-03AB-9307-E7F4-BE1696176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D8C623C-DCB8-8ED7-2CD3-5A91E9C3D2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3867BA2-359C-536E-D88E-BF9859B745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30745FE-65C0-E2FA-148B-203DCE9EB6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970DFD8-C454-0040-DC0A-E61A879DB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84EA20A-4626-EC04-1446-D661B7A2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8F203EE-84BD-F5C4-D4AE-2FF0127F6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7840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90F871-8818-D100-B4EC-3DC1167A5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15C4DB1-AD78-1139-ACC7-563FBA0E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DC84FA-EAE3-9D14-1AE7-4D0C6314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4074AE1-755E-1AA8-5C83-ADD69BEED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000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AC6ED42-A95A-2BD0-D0CB-8167827D2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5337BD-9E52-62B7-22C5-D246A9972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D374FD-C073-DA25-4607-EA1C6AF9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85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A10C90-B8B2-B298-B7CE-D88B64105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839A29-4BB2-671A-8C15-5ED5E1998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968746E-294A-78B9-0C63-1C9710EA99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C7370D-C62F-CF42-C51E-53FE7984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953D4F8-9898-CA15-C2C2-CD02937C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1CA677-9816-29EB-6757-98DE6A323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7350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7FF55F-668E-6B69-531C-4F4199AA1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AF5F663-1219-A0F9-9ABD-CCC25F9C43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9F2B56-3C00-5CA2-A29D-F4D6883A7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AC6E83-4617-89F5-3F69-86F25D8D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AF86B05-557D-DD63-1021-BD8C3E79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A9CB7D-5081-9B60-E075-7D04E630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577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AA4467-4199-CE06-5B7A-78D813D69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0B88944-B593-AAE3-AB3C-428E43485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B4C7B5-305F-B27E-B363-830D44AD8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D1B60AD-12E1-1172-478B-A1847D4F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54A493-BD74-8289-665E-522F4068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809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FE8E793-1EAE-20FC-CDCD-C94563C53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76BFA36-B1BB-4F7B-57FD-FB61FD81E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CF71A8-8BA2-4DFB-82B0-D93B5FE1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032F45-E8FF-D37E-6CE7-E2EA68884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3076437-3377-5A6D-978F-4B567383F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818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0B83077-215B-E1BB-D9E5-8313F467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862040-D0D9-C876-8E04-805CF7DFC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B84811-261E-EF12-61D4-7089A49B8A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E2261-4856-4B80-8F91-082C1272C709}" type="datetimeFigureOut">
              <a:rPr lang="de-DE" smtClean="0"/>
              <a:t>29.08.2026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E9BBE9-4474-3D63-E3A2-4925168E7B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37C68A-C937-0C9E-FA69-4F36D5D10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8275D0-4049-4141-AE45-2F677C9469F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24859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2FF282-03B7-DAE7-502A-A0450B3BE3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9BE1BC6-69D8-EEA0-2C7C-C25D2471D2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23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7070089-E0B4-8166-ED8D-67B3B0CD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" y="166687"/>
            <a:ext cx="11763375" cy="652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14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Blechert</dc:creator>
  <cp:lastModifiedBy>Peter Blechert</cp:lastModifiedBy>
  <cp:revision>1</cp:revision>
  <dcterms:created xsi:type="dcterms:W3CDTF">2026-08-29T14:02:28Z</dcterms:created>
  <dcterms:modified xsi:type="dcterms:W3CDTF">2026-08-29T14:03:22Z</dcterms:modified>
</cp:coreProperties>
</file>